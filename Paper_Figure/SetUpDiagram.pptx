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0"/>
    <p:restoredTop sz="94637"/>
  </p:normalViewPr>
  <p:slideViewPr>
    <p:cSldViewPr snapToGrid="0">
      <p:cViewPr>
        <p:scale>
          <a:sx n="103" d="100"/>
          <a:sy n="103" d="100"/>
        </p:scale>
        <p:origin x="1032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2454E-2CB7-1385-CD37-C8751CCF3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C8915-CC84-4FC6-2905-7874EAC15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901FE-59C2-339B-C8AA-D0895DF0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C296-3318-9F49-A493-15FCD482EFC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2D955-E154-3CBD-54BB-E768CF23F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75783-0528-43DF-9989-8FCCC6FC8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BC26-B740-D844-8924-596103444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1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0040C-07CB-85BF-CE87-9CF4D9F39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5DD15-A351-B2C7-48F4-24D1BEE15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C4D38-E155-9C87-C412-D5C2A8DFF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C296-3318-9F49-A493-15FCD482EFC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3A750-F77D-3317-A3B9-985C52F61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137B4-5DF2-AE26-CB89-7A30C70E6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BC26-B740-D844-8924-596103444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06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58DCC-302E-E985-7041-9BBCE8CAB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92C2C-F951-BEAE-DBE3-017CEE0C8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44797-D2C9-454D-736E-D90E6E0F0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C296-3318-9F49-A493-15FCD482EFC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D796C-B506-514B-4E4B-019C73FBB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BB33C-5495-AAFF-5820-FDBAF212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BC26-B740-D844-8924-596103444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890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439DB-EE08-AEBB-66A6-7C8B2668C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A8B4D-0FC7-0814-B5A8-26A92A337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924E2-37AB-A99E-05A7-089E2F79B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CC2BE-08A0-128F-337B-FF6BB0224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C296-3318-9F49-A493-15FCD482EFC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9ECDE-973B-E406-6F4A-CC37545EF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DC4B1-0E34-4E05-99CF-4168EE9F3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BC26-B740-D844-8924-596103444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566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FF592-52B6-9DFE-92B5-728BC100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385CD-C05E-DCEB-1AAD-A83116EC9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62ED6-9847-B2F4-CF18-33D6FD578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8D809E-A4BB-9226-0764-4284EDB3E3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0DCADC-D38C-066A-882A-F4F64B9832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C55D34-7CD5-B363-B176-A276F6CF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C296-3318-9F49-A493-15FCD482EFC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4B69DD-E49C-FF7A-467A-7A4231402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07C769-6D20-37D6-F1CA-B9C2A04D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BC26-B740-D844-8924-596103444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36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F5CFB-593C-DC94-B7D6-525C1FE0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71969F-ED5D-868C-DC0E-BC0AE463D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C296-3318-9F49-A493-15FCD482EFC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C3590D-41DD-4143-37D5-2000DDF63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7FCAC-0FE3-F47E-D99A-272029C60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BC26-B740-D844-8924-596103444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13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021DD8-D3CC-130E-2D34-4AE78FC92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C296-3318-9F49-A493-15FCD482EFC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258AC-C778-FCC4-5C0D-2234359A7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960D9-2B6F-40C6-A8A9-BE877A54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BC26-B740-D844-8924-596103444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46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17156-8019-DEC7-EDC2-8628BD56F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FF430-C158-A0BD-3FCE-CEEC54E16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62351-3567-476D-EA1C-B85BF9D32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402CD-62AF-F72E-AF67-0086A0323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C296-3318-9F49-A493-15FCD482EFC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47ECA-50C4-C684-7D74-FF25B1129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27E33-D2D1-3ABA-2658-17D770DB5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BC26-B740-D844-8924-596103444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21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C7EE0-F8C9-7E76-B5B4-01DB83299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082485-51BD-00DD-2FB0-91BBF110D2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8E289-9AE4-7208-3F7F-F441DD4C6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39218-32D6-481E-4319-256C1BCC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C296-3318-9F49-A493-15FCD482EFC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36945-2712-243D-0731-E793963E6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EA16A-9C8F-0576-FEED-088247B71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BC26-B740-D844-8924-596103444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52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74F1E-F65A-89BD-19BF-BA3122164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03C9B-57FF-3B89-3258-14F527417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05D8C-FAC7-7AFC-4614-9DEFD6CD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C296-3318-9F49-A493-15FCD482EFC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94A8C-A73E-C0CA-DCFE-329919E5B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AECE8-1B47-90DA-FF39-7686AF639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BC26-B740-D844-8924-596103444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94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AD1821-41EE-430F-36A0-574D2631F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CD58B-945D-A68A-4276-5E3B61E07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DF4EF-C86C-9D84-1A2E-364D5A070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C296-3318-9F49-A493-15FCD482EFC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F5EA9-45E0-4E40-A48F-3908B628E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D7423-FA7C-5ECE-ADBF-ED5A53470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EBC26-B740-D844-8924-596103444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56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D644F5-610A-C778-77EE-377E4EB84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846F0-CED4-DDBA-51D4-669A97ECE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C99DE-4491-0F2E-DA9E-8B7315B6F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1C296-3318-9F49-A493-15FCD482EFC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D4842-1252-CC53-9B95-A69F5516C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C74A7-F4D2-1A73-83B3-DE7B999CD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EBC26-B740-D844-8924-596103444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57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EF4EE3D-A4F2-E9B2-7AF3-69F60DBD7E9A}"/>
              </a:ext>
            </a:extLst>
          </p:cNvPr>
          <p:cNvSpPr/>
          <p:nvPr/>
        </p:nvSpPr>
        <p:spPr>
          <a:xfrm>
            <a:off x="7003340" y="3077912"/>
            <a:ext cx="145044" cy="118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895FC8-9BCE-5924-C86E-32059A8DE61E}"/>
              </a:ext>
            </a:extLst>
          </p:cNvPr>
          <p:cNvSpPr/>
          <p:nvPr/>
        </p:nvSpPr>
        <p:spPr>
          <a:xfrm>
            <a:off x="7003340" y="1951291"/>
            <a:ext cx="145044" cy="118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3EFDA1E-3F5E-FFFD-5052-9A4487CEE3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370" r="31848" b="56262"/>
          <a:stretch/>
        </p:blipFill>
        <p:spPr>
          <a:xfrm>
            <a:off x="5407402" y="1138274"/>
            <a:ext cx="1183720" cy="99985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3DEE01D-A1F0-1196-710F-80F2E3CFAF8E}"/>
              </a:ext>
            </a:extLst>
          </p:cNvPr>
          <p:cNvSpPr/>
          <p:nvPr/>
        </p:nvSpPr>
        <p:spPr>
          <a:xfrm rot="16200000">
            <a:off x="6030157" y="2319797"/>
            <a:ext cx="1565952" cy="5042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RF Splitter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CB7D551A-4A90-6F39-DD3F-B1155D1A9BDE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16200000" flipH="1">
            <a:off x="6063265" y="2074130"/>
            <a:ext cx="433765" cy="561770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AF18406-644B-E73C-6400-85C2482D93B0}"/>
              </a:ext>
            </a:extLst>
          </p:cNvPr>
          <p:cNvSpPr/>
          <p:nvPr/>
        </p:nvSpPr>
        <p:spPr>
          <a:xfrm>
            <a:off x="8112652" y="1638203"/>
            <a:ext cx="1706985" cy="743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Trimble NetR9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FE3EA25-0603-B8B4-BC04-02C0FEB1CC69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 flipV="1">
            <a:off x="7148384" y="2010075"/>
            <a:ext cx="964268" cy="45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F44EEF0-386A-3F04-1D89-1E8A332F1832}"/>
              </a:ext>
            </a:extLst>
          </p:cNvPr>
          <p:cNvSpPr/>
          <p:nvPr/>
        </p:nvSpPr>
        <p:spPr>
          <a:xfrm>
            <a:off x="8112652" y="2761066"/>
            <a:ext cx="1706986" cy="743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BladeRF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676BA8D-330B-74F3-23A6-FF43BEA169D6}"/>
              </a:ext>
            </a:extLst>
          </p:cNvPr>
          <p:cNvCxnSpPr>
            <a:cxnSpLocks/>
            <a:stCxn id="17" idx="3"/>
            <a:endCxn id="85" idx="1"/>
          </p:cNvCxnSpPr>
          <p:nvPr/>
        </p:nvCxnSpPr>
        <p:spPr>
          <a:xfrm flipV="1">
            <a:off x="7148384" y="3132469"/>
            <a:ext cx="334764" cy="468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Graphic 33" descr="Laptop outline">
            <a:extLst>
              <a:ext uri="{FF2B5EF4-FFF2-40B4-BE49-F238E27FC236}">
                <a16:creationId xmlns:a16="http://schemas.microsoft.com/office/drawing/2014/main" id="{D2BF7FBD-4B21-1003-0614-FF7ED8A194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98777" y="1575627"/>
            <a:ext cx="1992538" cy="1992538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BE8D54EF-4F6D-4FB6-9212-BAF7C37D95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4594" y="2185960"/>
            <a:ext cx="570831" cy="579964"/>
          </a:xfrm>
          <a:prstGeom prst="rect">
            <a:avLst/>
          </a:prstGeom>
        </p:spPr>
      </p:pic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88CFC4FB-36B2-87F7-7151-E2CFB52E16A9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819637" y="2010075"/>
            <a:ext cx="616348" cy="45500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4EAF07DA-E194-CBE5-4DBB-463B29B749BA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9819638" y="2720040"/>
            <a:ext cx="616347" cy="412898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11F453E-D6B9-E36E-A28A-4AE2F3D11CE0}"/>
              </a:ext>
            </a:extLst>
          </p:cNvPr>
          <p:cNvSpPr txBox="1"/>
          <p:nvPr/>
        </p:nvSpPr>
        <p:spPr>
          <a:xfrm>
            <a:off x="10406014" y="3383499"/>
            <a:ext cx="173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PC with </a:t>
            </a:r>
            <a:r>
              <a:rPr lang="en-US" dirty="0" err="1"/>
              <a:t>PySDR</a:t>
            </a:r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07D2B82-303A-173F-6A93-F158FF81C946}"/>
              </a:ext>
            </a:extLst>
          </p:cNvPr>
          <p:cNvSpPr/>
          <p:nvPr/>
        </p:nvSpPr>
        <p:spPr>
          <a:xfrm>
            <a:off x="2562837" y="2207252"/>
            <a:ext cx="1280011" cy="743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USRP X300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67DD43B-D39D-5720-A43D-A3FACC6CC31B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1953371" y="2579122"/>
            <a:ext cx="609466" cy="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Laptop outline">
            <a:extLst>
              <a:ext uri="{FF2B5EF4-FFF2-40B4-BE49-F238E27FC236}">
                <a16:creationId xmlns:a16="http://schemas.microsoft.com/office/drawing/2014/main" id="{DA0E8895-CCDF-FF1A-8807-8B61E83417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5241" y="1681989"/>
            <a:ext cx="1992538" cy="1992538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1FD874F7-4B7D-96BF-6506-073D66EB9E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1058" y="2292322"/>
            <a:ext cx="570831" cy="57996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D0909A16-9A50-9789-AD0A-D6F0BA94262C}"/>
              </a:ext>
            </a:extLst>
          </p:cNvPr>
          <p:cNvSpPr txBox="1"/>
          <p:nvPr/>
        </p:nvSpPr>
        <p:spPr>
          <a:xfrm>
            <a:off x="407188" y="3334733"/>
            <a:ext cx="173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PC with </a:t>
            </a:r>
            <a:r>
              <a:rPr lang="en-US" dirty="0" err="1"/>
              <a:t>PySDR</a:t>
            </a:r>
            <a:endParaRPr lang="en-US" dirty="0"/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8966B040-6581-34BD-AAF9-911E17DEE9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66272" y="1046550"/>
            <a:ext cx="1067481" cy="1067481"/>
          </a:xfrm>
          <a:prstGeom prst="rect">
            <a:avLst/>
          </a:prstGeom>
        </p:spPr>
      </p:pic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8A26461B-D02A-D653-BC64-8236B7426213}"/>
              </a:ext>
            </a:extLst>
          </p:cNvPr>
          <p:cNvCxnSpPr>
            <a:cxnSpLocks/>
            <a:stCxn id="52" idx="3"/>
            <a:endCxn id="57" idx="2"/>
          </p:cNvCxnSpPr>
          <p:nvPr/>
        </p:nvCxnSpPr>
        <p:spPr>
          <a:xfrm flipV="1">
            <a:off x="3842848" y="2114031"/>
            <a:ext cx="757165" cy="465093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56F8D0D2-F3C3-A059-8954-6D5AA275555B}"/>
              </a:ext>
            </a:extLst>
          </p:cNvPr>
          <p:cNvSpPr/>
          <p:nvPr/>
        </p:nvSpPr>
        <p:spPr>
          <a:xfrm>
            <a:off x="7483148" y="3074813"/>
            <a:ext cx="293775" cy="1153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A58F9B6-75E3-E050-D900-C9D8F115B5D7}"/>
              </a:ext>
            </a:extLst>
          </p:cNvPr>
          <p:cNvCxnSpPr>
            <a:cxnSpLocks/>
            <a:stCxn id="85" idx="3"/>
            <a:endCxn id="24" idx="1"/>
          </p:cNvCxnSpPr>
          <p:nvPr/>
        </p:nvCxnSpPr>
        <p:spPr>
          <a:xfrm>
            <a:off x="7776923" y="3132469"/>
            <a:ext cx="335729" cy="46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44C77E71-4F39-E8E5-3978-205F952D0539}"/>
              </a:ext>
            </a:extLst>
          </p:cNvPr>
          <p:cNvSpPr txBox="1"/>
          <p:nvPr/>
        </p:nvSpPr>
        <p:spPr>
          <a:xfrm>
            <a:off x="7003340" y="3259982"/>
            <a:ext cx="116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DC Block</a:t>
            </a:r>
          </a:p>
        </p:txBody>
      </p:sp>
    </p:spTree>
    <p:extLst>
      <p:ext uri="{BB962C8B-B14F-4D97-AF65-F5344CB8AC3E}">
        <p14:creationId xmlns:p14="http://schemas.microsoft.com/office/powerpoint/2010/main" val="3160555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C1627-7D5F-BE0B-63CA-06D287903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467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15</Words>
  <Application>Microsoft Macintosh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 Xuan Ngoc - Truong CNTT &amp; TT</dc:creator>
  <cp:lastModifiedBy>Mai Xuan Ngoc - Truong CNTT &amp; TT</cp:lastModifiedBy>
  <cp:revision>4</cp:revision>
  <dcterms:created xsi:type="dcterms:W3CDTF">2026-03-12T11:10:03Z</dcterms:created>
  <dcterms:modified xsi:type="dcterms:W3CDTF">2026-03-13T03:54:22Z</dcterms:modified>
</cp:coreProperties>
</file>